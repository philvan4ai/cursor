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852A7"/>
                </a:solidFill>
                <a:latin typeface="Microsoft YaHei"/>
              </a:rPr>
              <a:t>智慧物业费抵扣流量合作计划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002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Microsoft YaHei"/>
              </a:rPr>
              <a:t>面向电商联盟、广告联盟、本地生活与品牌广告主的真实业主流量入口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4320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53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852A7"/>
                </a:solidFill>
                <a:latin typeface="Microsoft YaHei"/>
              </a:rPr>
              <a:t>2000万+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93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Microsoft YaHei"/>
              </a:rPr>
              <a:t>实名业主用户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74320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953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0A37F"/>
                </a:solidFill>
                <a:latin typeface="Microsoft YaHei"/>
              </a:rPr>
              <a:t>15000+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3493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Microsoft YaHei"/>
              </a:rPr>
              <a:t>覆盖小区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74320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953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9E0B"/>
                </a:solidFill>
                <a:latin typeface="Microsoft YaHei"/>
              </a:rPr>
              <a:t>6000+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493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Microsoft YaHei"/>
              </a:rPr>
              <a:t>物业公司资源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核心合作逻辑：平台提供物业费高信任入口，合作方承接任务闭环与奖励核算，双方按效果分成。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71500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icrosoft YaHei"/>
              </a:rPr>
              <a:t>合作模式：CPA拉新｜CPS订单｜广告入口费｜联合活动服务费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52A7"/>
                </a:solidFill>
                <a:latin typeface="Microsoft YaHei"/>
              </a:rPr>
              <a:t>项目定位：不是任务平台，而是业主流量入口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监管与公共服务功能保持中立；商业合作以独立入口、明确授权、合作方闭环为原则。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81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52A7"/>
                </a:solidFill>
                <a:latin typeface="Microsoft YaHei"/>
              </a:rPr>
              <a:t>平台角色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业主认证与物业费场景入口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活动曝光、点击跳转、渠道标识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聚合真实小区家庭消费人群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提供数据回传与活动复盘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81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A37F"/>
                </a:solidFill>
                <a:latin typeface="Microsoft YaHei"/>
              </a:rPr>
              <a:t>合作方角色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任务设计与广告预算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落地页/H5/小程序承接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用户行为核验与反作弊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奖励发放与抵扣核算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3337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58191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Microsoft YaHei"/>
              </a:rPr>
              <a:t>合作价值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011680"/>
            <a:ext cx="2880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物业费缴费节点天然高频触达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实名业主更适合家庭消费转化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可按城市、小区、物业类型分层投放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先试点，后规模复制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52A7"/>
                </a:solidFill>
                <a:latin typeface="Microsoft YaHei"/>
              </a:rPr>
              <a:t>规模背书：真实、集中、可运营的社区家庭流量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324612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852A7"/>
                </a:solidFill>
                <a:latin typeface="Microsoft YaHei"/>
              </a:rPr>
              <a:t>2000万+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Microsoft YaHei"/>
              </a:rPr>
              <a:t>实名业主用户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077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Microsoft YaHei"/>
              </a:rPr>
              <a:t>业主身份真实，家庭消费属性明确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63040"/>
            <a:ext cx="324612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0A37F"/>
                </a:solidFill>
                <a:latin typeface="Microsoft YaHei"/>
              </a:rPr>
              <a:t>15000+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2316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Microsoft YaHei"/>
              </a:rPr>
              <a:t>覆盖小区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9077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Microsoft YaHei"/>
              </a:rPr>
              <a:t>具备社区场景、地理密度和本地触达能力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63040"/>
            <a:ext cx="324612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9E0B"/>
                </a:solidFill>
                <a:latin typeface="Microsoft YaHei"/>
              </a:rPr>
              <a:t>6000+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2316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Microsoft YaHei"/>
              </a:rPr>
              <a:t>物业公司资源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077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Microsoft YaHei"/>
              </a:rPr>
              <a:t>可协同推广物业费抵扣、缴费活动和业主福利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51960"/>
            <a:ext cx="10424160" cy="114300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98848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852A7"/>
                </a:solidFill>
                <a:latin typeface="Microsoft YaHei"/>
              </a:rPr>
              <a:t>对合作方的意义：不是泛流量，而是“缴费、报修、公告、办事”场景下的高信任业主触达。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52A7"/>
                </a:solidFill>
                <a:latin typeface="Microsoft YaHei"/>
              </a:rPr>
              <a:t>用户路径：从物业费场景到合作方任务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74519"/>
            <a:ext cx="1874519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" y="2057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852A7"/>
                </a:solidFill>
                <a:latin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Microsoft YaHei"/>
              </a:rPr>
              <a:t>物业费入口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9067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6B7280"/>
                </a:solidFill>
                <a:latin typeface="Microsoft YaHei"/>
              </a:rPr>
              <a:t>缴费页/办事页/公告页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9152" y="25420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0A37F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874519"/>
            <a:ext cx="1874519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8144" y="2057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852A7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799" y="26517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Microsoft YaHei"/>
              </a:rPr>
              <a:t>点击抵扣权益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309067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6B7280"/>
                </a:solidFill>
                <a:latin typeface="Microsoft YaHei"/>
              </a:rPr>
              <a:t>查看补贴活动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1" y="25420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0A37F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1874519"/>
            <a:ext cx="1874519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9864" y="2057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852A7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517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Microsoft YaHei"/>
              </a:rPr>
              <a:t>跳转合作方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09067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6B7280"/>
                </a:solidFill>
                <a:latin typeface="Microsoft YaHei"/>
              </a:rPr>
              <a:t>H5/小程序/渠道链接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5420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0A37F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874519"/>
            <a:ext cx="1874519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3" y="2057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852A7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6517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Microsoft YaHei"/>
              </a:rPr>
              <a:t>完成任务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09067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6B7280"/>
                </a:solidFill>
                <a:latin typeface="Microsoft YaHei"/>
              </a:rPr>
              <a:t>注册/下单/广告/试玩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1" y="25420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0A37F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874519"/>
            <a:ext cx="1874519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33304" y="2057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852A7"/>
                </a:solidFill>
                <a:latin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6517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Microsoft YaHei"/>
              </a:rPr>
              <a:t>合作方发奖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09067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6B7280"/>
                </a:solidFill>
                <a:latin typeface="Microsoft YaHei"/>
              </a:rPr>
              <a:t>核验、奖励、抵扣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572000"/>
            <a:ext cx="10287000" cy="7772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754880"/>
            <a:ext cx="9921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A37F"/>
                </a:solidFill>
                <a:latin typeface="Microsoft YaHei"/>
              </a:rPr>
              <a:t>平台不垫付、不核算任务奖励；合作方完成任务闭环，平台按渠道效果收取费用。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52A7"/>
                </a:solidFill>
                <a:latin typeface="Microsoft YaHei"/>
              </a:rPr>
              <a:t>合作方负责完整任务闭环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904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52A7"/>
                </a:solidFill>
                <a:latin typeface="Microsoft YaHei"/>
              </a:rPr>
              <a:t>任务设计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明确任务类型、奖励金额、有效期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支持注册、首单、下单、观看、试玩、绑卡等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4904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A37F"/>
                </a:solidFill>
                <a:latin typeface="Microsoft YaHei"/>
              </a:rPr>
              <a:t>广告投放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92024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提供预算、素材、落地页和活动规则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按人群、城市、小区类型定向投放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32588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4904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Microsoft YaHei"/>
              </a:rPr>
              <a:t>用户核验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92024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判断新用户、订单、退款、作弊等状态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通过渠道参数/API回传完成归因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307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52A7"/>
                </a:solidFill>
                <a:latin typeface="Microsoft YaHei"/>
              </a:rPr>
              <a:t>奖励发放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发放红包、券、话费、购物券或缴费权益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用户售后与奖励问题由合作方承接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7307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A37F"/>
                </a:solidFill>
                <a:latin typeface="Microsoft YaHei"/>
              </a:rPr>
              <a:t>抵扣核算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16052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核算任务完成与补贴发放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平台只做入口、曝光、导流和数据复盘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52A7"/>
                </a:solidFill>
                <a:latin typeface="Microsoft YaHei"/>
              </a:rPr>
              <a:t>平台提供的合作资源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90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52A7"/>
                </a:solidFill>
                <a:latin typeface="Microsoft YaHei"/>
              </a:rPr>
              <a:t>流量入口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物业费缴费页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报修/投诉/办事完成页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小区公告与业主福利专区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公众号、短信、小程序触达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490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A37F"/>
                </a:solidFill>
                <a:latin typeface="Microsoft YaHei"/>
              </a:rPr>
              <a:t>数据与归因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渠道包/短链/UTM参数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小区、城市、活动维度统计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点击、跳转、回传、转化复盘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合规前提下的匿名用户标识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2588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49047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Microsoft YaHei"/>
              </a:rPr>
              <a:t>运营协同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920240"/>
            <a:ext cx="2880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联合活动包装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活动专区配置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物业公司协同推广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试点数据复盘与规模化复制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52A7"/>
                </a:solidFill>
                <a:latin typeface="Microsoft YaHei"/>
              </a:rPr>
              <a:t>收益模型：按效果、按入口、按活动多种结算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4892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5544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852A7"/>
                </a:solidFill>
                <a:latin typeface="Microsoft YaHei"/>
              </a:rPr>
              <a:t>CPA 拉新费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75688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注册、首单、绑卡、开户、投保、App激活等按有效动作结算。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79" y="1325880"/>
            <a:ext cx="4892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399" y="15544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0A37F"/>
                </a:solidFill>
                <a:latin typeface="Microsoft YaHei"/>
              </a:rPr>
              <a:t>CPS 订单佣金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399" y="2075688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电商、本地生活、家政维修、宽带套餐等按成交金额分成。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74720"/>
            <a:ext cx="4892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03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9E0B"/>
                </a:solidFill>
                <a:latin typeface="Microsoft YaHei"/>
              </a:rPr>
              <a:t>广告入口费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224528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缴费页、福利专区、弹窗、Banner等按周期或曝光售卖。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3474720"/>
            <a:ext cx="4892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399" y="3703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852A7"/>
                </a:solidFill>
                <a:latin typeface="Microsoft YaHei"/>
              </a:rPr>
              <a:t>联合活动服务费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399" y="4224528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平台提供主题活动包装、物业推广、数据复盘和运营服务。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52A7"/>
                </a:solidFill>
                <a:latin typeface="Microsoft YaHei"/>
              </a:rPr>
              <a:t>优先合作对象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074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81912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52A7"/>
                </a:solidFill>
                <a:latin typeface="Microsoft YaHei"/>
              </a:rPr>
              <a:t>电商联盟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淘宝联盟、京东联盟、多多进宝、抖音精选联盟、快手好物联盟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074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81912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A37F"/>
                </a:solidFill>
                <a:latin typeface="Microsoft YaHei"/>
              </a:rPr>
              <a:t>广告联盟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巨量引擎/穿山甲、腾讯广告/优量汇、快手磁力引擎、百度联盟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20439"/>
            <a:ext cx="5074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85031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Microsoft YaHei"/>
              </a:rPr>
              <a:t>本地生活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美团、京东到家、饿了么、盒马、家政维修、搬家配送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520439"/>
            <a:ext cx="5074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685031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52A7"/>
                </a:solidFill>
                <a:latin typeface="Microsoft YaHei"/>
              </a:rPr>
              <a:t>高客单合作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运营商、银行、保险、宽带、家庭保障、智能家居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669280"/>
            <a:ext cx="10241280" cy="45720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76072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1852A7"/>
                </a:solidFill>
                <a:latin typeface="Microsoft YaHei"/>
              </a:rPr>
              <a:t>优先路径：电商/广告联盟快速跑通收益 → 本地生活与运营商做专项补贴 → 银行保险做年度框架合作。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52A7"/>
                </a:solidFill>
                <a:latin typeface="Microsoft YaHei"/>
              </a:rPr>
              <a:t>试点方案：先验证转化，再扩大规模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474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4475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52A7"/>
                </a:solidFill>
                <a:latin typeface="Microsoft YaHei"/>
              </a:rPr>
              <a:t>试点范围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30175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选择若干城市和代表性小区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覆盖不同物业费标准和小区类型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设置物业费缴费页与福利专区入口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280160"/>
            <a:ext cx="3474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44475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A37F"/>
                </a:solidFill>
                <a:latin typeface="Microsoft YaHei"/>
              </a:rPr>
              <a:t>任务组合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30175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电商首单/下单任务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广告互动/游戏试玩任务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宽带开户/银行绑卡任务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本地生活首单/到家服务任务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280160"/>
            <a:ext cx="3337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444751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Microsoft YaHei"/>
              </a:rPr>
              <a:t>评估指标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874519"/>
            <a:ext cx="28803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曝光量、点击率、跳转率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注册率、首单率、成交GMV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有效CPA/CPS成本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用户投诉率与复购表现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52A7"/>
                </a:solidFill>
                <a:latin typeface="Microsoft YaHei"/>
              </a:rPr>
              <a:t>会谈目标与下一步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990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52A7"/>
                </a:solidFill>
                <a:latin typeface="Microsoft YaHei"/>
              </a:rPr>
              <a:t>本次会谈确认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合作方可提供哪些任务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结算方式与单价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跳转/渠道参数/API回传方案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奖励发放和售后责任边界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3990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A37F"/>
                </a:solidFill>
                <a:latin typeface="Microsoft YaHei"/>
              </a:rPr>
              <a:t>平台提供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规模化实名业主入口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物业费抵扣活动包装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物业公司协同推广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活动数据看板与复盘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34440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3990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Microsoft YaHei"/>
              </a:rPr>
              <a:t>建议产出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试点合作备忘录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首批任务清单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活动页面与素材清单</a:t>
            </a:r>
          </a:p>
          <a:p>
            <a:pPr>
              <a:defRPr sz="1250">
                <a:solidFill>
                  <a:srgbClr val="1F2937"/>
                </a:solidFill>
                <a:latin typeface="Microsoft YaHei"/>
              </a:defRPr>
            </a:pPr>
            <a:r>
              <a:t>• 结算和数据回传规则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Microsoft YaHei"/>
              </a:rPr>
              <a:t>一句话：我们提供真实业主场景流量，合作方负责任务闭环，双方按效果共建物业费抵扣商业化入口。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